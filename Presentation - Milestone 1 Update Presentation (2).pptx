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lay Bold" charset="1" panose="00000800000000000000"/>
      <p:regular r:id="rId14"/>
    </p:embeddedFont>
    <p:embeddedFont>
      <p:font typeface="Play" charset="1" panose="00000500000000000000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VAGzbFwIEWw.mp4" Type="http://schemas.openxmlformats.org/officeDocument/2006/relationships/video"/><Relationship Id="rId4" Target="../media/VAGzbFwIEWw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403" y="2749043"/>
            <a:ext cx="7411749" cy="7752270"/>
          </a:xfrm>
          <a:custGeom>
            <a:avLst/>
            <a:gdLst/>
            <a:ahLst/>
            <a:cxnLst/>
            <a:rect r="r" b="b" t="t" l="l"/>
            <a:pathLst>
              <a:path h="7752270" w="7411749">
                <a:moveTo>
                  <a:pt x="0" y="0"/>
                </a:moveTo>
                <a:lnTo>
                  <a:pt x="7411749" y="0"/>
                </a:lnTo>
                <a:lnTo>
                  <a:pt x="7411749" y="7752270"/>
                </a:lnTo>
                <a:lnTo>
                  <a:pt x="0" y="7752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653231" y="-1638698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0"/>
                </a:moveTo>
                <a:lnTo>
                  <a:pt x="5363862" y="0"/>
                </a:lnTo>
                <a:lnTo>
                  <a:pt x="5363862" y="5610296"/>
                </a:lnTo>
                <a:lnTo>
                  <a:pt x="0" y="5610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09374" y="-971282"/>
            <a:ext cx="11653221" cy="11653221"/>
          </a:xfrm>
          <a:custGeom>
            <a:avLst/>
            <a:gdLst/>
            <a:ahLst/>
            <a:cxnLst/>
            <a:rect r="r" b="b" t="t" l="l"/>
            <a:pathLst>
              <a:path h="11653221" w="11653221">
                <a:moveTo>
                  <a:pt x="0" y="0"/>
                </a:moveTo>
                <a:lnTo>
                  <a:pt x="11653221" y="0"/>
                </a:lnTo>
                <a:lnTo>
                  <a:pt x="11653221" y="11653221"/>
                </a:lnTo>
                <a:lnTo>
                  <a:pt x="0" y="116532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96113" y="699253"/>
            <a:ext cx="6576000" cy="6824151"/>
          </a:xfrm>
          <a:custGeom>
            <a:avLst/>
            <a:gdLst/>
            <a:ahLst/>
            <a:cxnLst/>
            <a:rect r="r" b="b" t="t" l="l"/>
            <a:pathLst>
              <a:path h="6824151" w="6576000">
                <a:moveTo>
                  <a:pt x="0" y="0"/>
                </a:moveTo>
                <a:lnTo>
                  <a:pt x="6576000" y="0"/>
                </a:lnTo>
                <a:lnTo>
                  <a:pt x="6576000" y="6824151"/>
                </a:lnTo>
                <a:lnTo>
                  <a:pt x="0" y="68241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605954" y="4467225"/>
            <a:ext cx="4999368" cy="4992706"/>
            <a:chOff x="0" y="0"/>
            <a:chExt cx="6671310" cy="66624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713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6671310">
                  <a:moveTo>
                    <a:pt x="3340100" y="3331210"/>
                  </a:moveTo>
                  <a:lnTo>
                    <a:pt x="3329940" y="3331210"/>
                  </a:lnTo>
                  <a:lnTo>
                    <a:pt x="3329940" y="0"/>
                  </a:lnTo>
                  <a:cubicBezTo>
                    <a:pt x="1490980" y="0"/>
                    <a:pt x="0" y="1490980"/>
                    <a:pt x="0" y="3331210"/>
                  </a:cubicBezTo>
                  <a:cubicBezTo>
                    <a:pt x="0" y="5171440"/>
                    <a:pt x="1490980" y="6662420"/>
                    <a:pt x="3331210" y="6662420"/>
                  </a:cubicBezTo>
                  <a:lnTo>
                    <a:pt x="3340100" y="6662420"/>
                  </a:lnTo>
                  <a:cubicBezTo>
                    <a:pt x="5180330" y="6662420"/>
                    <a:pt x="6671310" y="5171440"/>
                    <a:pt x="6671310" y="3331210"/>
                  </a:cubicBezTo>
                  <a:lnTo>
                    <a:pt x="3340100" y="3331210"/>
                  </a:lnTo>
                  <a:close/>
                </a:path>
              </a:pathLst>
            </a:custGeom>
            <a:blipFill>
              <a:blip r:embed="rId4"/>
              <a:stretch>
                <a:fillRect l="0" t="-66" r="0" b="-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3175" y="2749043"/>
            <a:ext cx="10200197" cy="5690915"/>
            <a:chOff x="0" y="0"/>
            <a:chExt cx="13600263" cy="75878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90500"/>
              <a:ext cx="13600263" cy="5661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800"/>
                </a:lnSpc>
              </a:pPr>
              <a:r>
                <a:rPr lang="en-US" b="true" sz="1080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Milestone 1 Update </a:t>
              </a:r>
              <a:r>
                <a:rPr lang="en-US" b="true" sz="10800">
                  <a:solidFill>
                    <a:srgbClr val="3266E5"/>
                  </a:solidFill>
                  <a:latin typeface="Play Bold"/>
                  <a:ea typeface="Play Bold"/>
                  <a:cs typeface="Play Bold"/>
                  <a:sym typeface="Play Bold"/>
                </a:rPr>
                <a:t>HYDRA DEVS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074047"/>
              <a:ext cx="12478268" cy="1513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An overview of the progress made by Hydra Devs in the WorkStream project.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3010" y="962025"/>
            <a:ext cx="6219749" cy="93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9"/>
              </a:lnSpc>
            </a:pPr>
            <a:r>
              <a:rPr lang="en-US" sz="2663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WorkStream – Smart Project Management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117672" y="-19667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17976" y="1964977"/>
            <a:ext cx="9323039" cy="6355062"/>
            <a:chOff x="0" y="0"/>
            <a:chExt cx="12430718" cy="847341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2430718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4"/>
                </a:lnSpc>
              </a:pPr>
              <a:r>
                <a:rPr lang="en-US" b="true" sz="2920">
                  <a:solidFill>
                    <a:srgbClr val="000000"/>
                  </a:solidFill>
                  <a:latin typeface="Play Bold"/>
                  <a:ea typeface="Play Bold"/>
                  <a:cs typeface="Play Bold"/>
                  <a:sym typeface="Play Bold"/>
                </a:rPr>
                <a:t>Project Overview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05576"/>
              <a:ext cx="12430718" cy="3212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418"/>
                </a:lnSpc>
              </a:pPr>
              <a:r>
                <a:rPr lang="en-US" sz="4937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WorkStream: The Ultimate Solution for Task and Team Management in One Platform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371330"/>
              <a:ext cx="12430718" cy="1249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96"/>
                </a:lnSpc>
              </a:pPr>
              <a:r>
                <a:rPr lang="en-US" sz="292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WorkStream is designed to enhance team collaboration and productivity through efficient task management.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987515"/>
              <a:ext cx="12430718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</a:pPr>
              <a:r>
                <a:rPr lang="en-US" sz="225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By integrating timelines, file sharing, and communication tools, WorkStream enables teams to work seamlessly, ensuring that all project aspects are easily accessible and manageable from one central hub.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4864109"/>
              <a:ext cx="12430718" cy="0"/>
            </a:xfrm>
            <a:prstGeom prst="line">
              <a:avLst/>
            </a:prstGeom>
            <a:ln cap="rnd" w="12700">
              <a:solidFill>
                <a:srgbClr val="03285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true" rot="-10800000">
            <a:off x="-763640" y="5941983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5610296"/>
                </a:moveTo>
                <a:lnTo>
                  <a:pt x="5363862" y="5610296"/>
                </a:lnTo>
                <a:lnTo>
                  <a:pt x="5363862" y="0"/>
                </a:lnTo>
                <a:lnTo>
                  <a:pt x="0" y="0"/>
                </a:lnTo>
                <a:lnTo>
                  <a:pt x="0" y="561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4780" y="171283"/>
            <a:ext cx="3495675" cy="3374915"/>
          </a:xfrm>
          <a:custGeom>
            <a:avLst/>
            <a:gdLst/>
            <a:ahLst/>
            <a:cxnLst/>
            <a:rect r="r" b="b" t="t" l="l"/>
            <a:pathLst>
              <a:path h="3374915" w="3495675">
                <a:moveTo>
                  <a:pt x="0" y="0"/>
                </a:moveTo>
                <a:lnTo>
                  <a:pt x="3495675" y="0"/>
                </a:lnTo>
                <a:lnTo>
                  <a:pt x="3495675" y="3374915"/>
                </a:lnTo>
                <a:lnTo>
                  <a:pt x="0" y="3374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463852" y="1028700"/>
            <a:ext cx="4352508" cy="8229600"/>
            <a:chOff x="0" y="0"/>
            <a:chExt cx="3371850" cy="6375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334645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346450">
                  <a:moveTo>
                    <a:pt x="3346450" y="6350000"/>
                  </a:moveTo>
                  <a:lnTo>
                    <a:pt x="1403350" y="6350000"/>
                  </a:lnTo>
                  <a:cubicBezTo>
                    <a:pt x="628650" y="6350000"/>
                    <a:pt x="0" y="5721350"/>
                    <a:pt x="0" y="4946650"/>
                  </a:cubicBezTo>
                  <a:lnTo>
                    <a:pt x="0" y="0"/>
                  </a:lnTo>
                  <a:lnTo>
                    <a:pt x="1849120" y="0"/>
                  </a:lnTo>
                  <a:cubicBezTo>
                    <a:pt x="2675890" y="0"/>
                    <a:pt x="3346450" y="670560"/>
                    <a:pt x="3346450" y="1497330"/>
                  </a:cubicBezTo>
                  <a:lnTo>
                    <a:pt x="3346450" y="6350000"/>
                  </a:lnTo>
                  <a:lnTo>
                    <a:pt x="3346450" y="63500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7551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71850" cy="6375400"/>
            </a:xfrm>
            <a:custGeom>
              <a:avLst/>
              <a:gdLst/>
              <a:ahLst/>
              <a:cxnLst/>
              <a:rect r="r" b="b" t="t" l="l"/>
              <a:pathLst>
                <a:path h="6375400" w="3371850">
                  <a:moveTo>
                    <a:pt x="3371850" y="6375400"/>
                  </a:moveTo>
                  <a:lnTo>
                    <a:pt x="1416050" y="6375400"/>
                  </a:lnTo>
                  <a:cubicBezTo>
                    <a:pt x="635000" y="6375400"/>
                    <a:pt x="0" y="5740400"/>
                    <a:pt x="0" y="4959350"/>
                  </a:cubicBezTo>
                  <a:lnTo>
                    <a:pt x="0" y="0"/>
                  </a:lnTo>
                  <a:lnTo>
                    <a:pt x="1861820" y="0"/>
                  </a:lnTo>
                  <a:cubicBezTo>
                    <a:pt x="2694940" y="0"/>
                    <a:pt x="3371850" y="676910"/>
                    <a:pt x="3371850" y="1510030"/>
                  </a:cubicBezTo>
                  <a:lnTo>
                    <a:pt x="3371850" y="6375400"/>
                  </a:lnTo>
                  <a:lnTo>
                    <a:pt x="3371850" y="6375400"/>
                  </a:lnTo>
                  <a:close/>
                  <a:moveTo>
                    <a:pt x="25400" y="25400"/>
                  </a:moveTo>
                  <a:lnTo>
                    <a:pt x="25400" y="4959350"/>
                  </a:lnTo>
                  <a:cubicBezTo>
                    <a:pt x="25400" y="5726430"/>
                    <a:pt x="648970" y="6350000"/>
                    <a:pt x="1416050" y="6350000"/>
                  </a:cubicBezTo>
                  <a:lnTo>
                    <a:pt x="3345180" y="6350000"/>
                  </a:lnTo>
                  <a:lnTo>
                    <a:pt x="3345180" y="1510030"/>
                  </a:lnTo>
                  <a:cubicBezTo>
                    <a:pt x="3346450" y="690880"/>
                    <a:pt x="2679700" y="25400"/>
                    <a:pt x="1861820" y="25400"/>
                  </a:cubicBezTo>
                  <a:lnTo>
                    <a:pt x="25400" y="25400"/>
                  </a:lnTo>
                  <a:close/>
                </a:path>
              </a:pathLst>
            </a:custGeom>
            <a:solidFill>
              <a:srgbClr val="03285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4420.0000" end="16.7000"/>
                </p14:media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-1462626" y="-1161620"/>
            <a:ext cx="21550344" cy="11448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9221"/>
            <a:ext cx="15363359" cy="6245245"/>
            <a:chOff x="0" y="0"/>
            <a:chExt cx="2471358" cy="10046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1358" cy="1004613"/>
            </a:xfrm>
            <a:custGeom>
              <a:avLst/>
              <a:gdLst/>
              <a:ahLst/>
              <a:cxnLst/>
              <a:rect r="r" b="b" t="t" l="l"/>
              <a:pathLst>
                <a:path h="1004613" w="2471358">
                  <a:moveTo>
                    <a:pt x="11590" y="0"/>
                  </a:moveTo>
                  <a:lnTo>
                    <a:pt x="2459768" y="0"/>
                  </a:lnTo>
                  <a:cubicBezTo>
                    <a:pt x="2466169" y="0"/>
                    <a:pt x="2471358" y="5189"/>
                    <a:pt x="2471358" y="11590"/>
                  </a:cubicBezTo>
                  <a:lnTo>
                    <a:pt x="2471358" y="993023"/>
                  </a:lnTo>
                  <a:cubicBezTo>
                    <a:pt x="2471358" y="999424"/>
                    <a:pt x="2466169" y="1004613"/>
                    <a:pt x="2459768" y="1004613"/>
                  </a:cubicBezTo>
                  <a:lnTo>
                    <a:pt x="11590" y="1004613"/>
                  </a:lnTo>
                  <a:cubicBezTo>
                    <a:pt x="5189" y="1004613"/>
                    <a:pt x="0" y="999424"/>
                    <a:pt x="0" y="993023"/>
                  </a:cubicBezTo>
                  <a:lnTo>
                    <a:pt x="0" y="11590"/>
                  </a:lnTo>
                  <a:cubicBezTo>
                    <a:pt x="0" y="5189"/>
                    <a:pt x="5189" y="0"/>
                    <a:pt x="115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6982" r="0" b="-1293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-446644" y="-72985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0"/>
                </a:moveTo>
                <a:lnTo>
                  <a:pt x="5363862" y="0"/>
                </a:lnTo>
                <a:lnTo>
                  <a:pt x="5363862" y="5610296"/>
                </a:lnTo>
                <a:lnTo>
                  <a:pt x="0" y="5610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13370782" y="-72985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5363862" y="0"/>
                </a:moveTo>
                <a:lnTo>
                  <a:pt x="0" y="0"/>
                </a:lnTo>
                <a:lnTo>
                  <a:pt x="0" y="5610296"/>
                </a:lnTo>
                <a:lnTo>
                  <a:pt x="5363862" y="5610296"/>
                </a:lnTo>
                <a:lnTo>
                  <a:pt x="536386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8755" y="7483798"/>
            <a:ext cx="767692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b="true" sz="69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Team Leader Contributions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2972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0">
              <a:lnSpc>
                <a:spcPts val="2130"/>
              </a:lnSpc>
              <a:spcBef>
                <a:spcPct val="0"/>
              </a:spcBef>
            </a:pPr>
            <a:r>
              <a:rPr lang="en-US" sz="15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48125" y="7666043"/>
            <a:ext cx="9917470" cy="2899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980" indent="-273490" lvl="1">
              <a:lnSpc>
                <a:spcPts val="3293"/>
              </a:lnSpc>
              <a:buFont typeface="Arial"/>
              <a:buChar char="•"/>
            </a:pPr>
            <a:r>
              <a:rPr lang="en-US" b="true" sz="2533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Set </a:t>
            </a:r>
            <a:r>
              <a:rPr lang="en-US" b="true" sz="2533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up the project repository and maintained Git collaboration</a:t>
            </a:r>
          </a:p>
          <a:p>
            <a:pPr algn="l" marL="546980" indent="-273490" lvl="1">
              <a:lnSpc>
                <a:spcPts val="3293"/>
              </a:lnSpc>
              <a:buFont typeface="Arial"/>
              <a:buChar char="•"/>
            </a:pPr>
            <a:r>
              <a:rPr lang="en-US" b="true" sz="2533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Distributed tasks and tracked team progress daily</a:t>
            </a:r>
          </a:p>
          <a:p>
            <a:pPr algn="l" marL="546980" indent="-273490" lvl="1">
              <a:lnSpc>
                <a:spcPts val="3293"/>
              </a:lnSpc>
              <a:buFont typeface="Arial"/>
              <a:buChar char="•"/>
            </a:pPr>
            <a:r>
              <a:rPr lang="en-US" b="true" sz="2533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Handled the deployment side of the project</a:t>
            </a:r>
          </a:p>
          <a:p>
            <a:pPr algn="l" marL="546980" indent="-273490" lvl="1">
              <a:lnSpc>
                <a:spcPts val="3293"/>
              </a:lnSpc>
              <a:buFont typeface="Arial"/>
              <a:buChar char="•"/>
            </a:pPr>
            <a:r>
              <a:rPr lang="en-US" b="true" sz="2533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Developed the Navbar, Footer, and Dark Theme Toggle</a:t>
            </a:r>
          </a:p>
          <a:p>
            <a:pPr algn="l" marL="546980" indent="-273490" lvl="1">
              <a:lnSpc>
                <a:spcPts val="3293"/>
              </a:lnSpc>
              <a:buFont typeface="Arial"/>
              <a:buChar char="•"/>
            </a:pPr>
            <a:r>
              <a:rPr lang="en-US" b="true" sz="2533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Planned the Authentication page layout</a:t>
            </a:r>
          </a:p>
          <a:p>
            <a:pPr algn="l" marL="546980" indent="-273490" lvl="1">
              <a:lnSpc>
                <a:spcPts val="3293"/>
              </a:lnSpc>
              <a:buFont typeface="Arial"/>
              <a:buChar char="•"/>
            </a:pPr>
            <a:r>
              <a:rPr lang="en-US" b="true" sz="2533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Worked on the SRS document</a:t>
            </a:r>
          </a:p>
          <a:p>
            <a:pPr algn="l">
              <a:lnSpc>
                <a:spcPts val="329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947661" y="6742118"/>
            <a:ext cx="3910370" cy="74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9"/>
              </a:lnSpc>
              <a:spcBef>
                <a:spcPct val="0"/>
              </a:spcBef>
            </a:pPr>
            <a:r>
              <a:rPr lang="en-US" b="true" sz="45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REHAN ISLAM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446644" y="-72985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0"/>
                </a:moveTo>
                <a:lnTo>
                  <a:pt x="5363862" y="0"/>
                </a:lnTo>
                <a:lnTo>
                  <a:pt x="5363862" y="5610296"/>
                </a:lnTo>
                <a:lnTo>
                  <a:pt x="0" y="5610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370782" y="-72985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5363862" y="0"/>
                </a:moveTo>
                <a:lnTo>
                  <a:pt x="0" y="0"/>
                </a:lnTo>
                <a:lnTo>
                  <a:pt x="0" y="5610296"/>
                </a:lnTo>
                <a:lnTo>
                  <a:pt x="5363862" y="5610296"/>
                </a:lnTo>
                <a:lnTo>
                  <a:pt x="53638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5973142" cy="5883320"/>
          </a:xfrm>
          <a:custGeom>
            <a:avLst/>
            <a:gdLst/>
            <a:ahLst/>
            <a:cxnLst/>
            <a:rect r="r" b="b" t="t" l="l"/>
            <a:pathLst>
              <a:path h="5883320" w="5973142">
                <a:moveTo>
                  <a:pt x="0" y="0"/>
                </a:moveTo>
                <a:lnTo>
                  <a:pt x="5973142" y="0"/>
                </a:lnTo>
                <a:lnTo>
                  <a:pt x="5973142" y="5883320"/>
                </a:lnTo>
                <a:lnTo>
                  <a:pt x="0" y="5883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73142" y="-178760"/>
            <a:ext cx="9584316" cy="6062080"/>
          </a:xfrm>
          <a:custGeom>
            <a:avLst/>
            <a:gdLst/>
            <a:ahLst/>
            <a:cxnLst/>
            <a:rect r="r" b="b" t="t" l="l"/>
            <a:pathLst>
              <a:path h="6062080" w="9584316">
                <a:moveTo>
                  <a:pt x="0" y="0"/>
                </a:moveTo>
                <a:lnTo>
                  <a:pt x="9584316" y="0"/>
                </a:lnTo>
                <a:lnTo>
                  <a:pt x="9584316" y="6062080"/>
                </a:lnTo>
                <a:lnTo>
                  <a:pt x="0" y="6062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57458" y="0"/>
            <a:ext cx="2931851" cy="3648209"/>
          </a:xfrm>
          <a:custGeom>
            <a:avLst/>
            <a:gdLst/>
            <a:ahLst/>
            <a:cxnLst/>
            <a:rect r="r" b="b" t="t" l="l"/>
            <a:pathLst>
              <a:path h="3648209" w="2931851">
                <a:moveTo>
                  <a:pt x="0" y="0"/>
                </a:moveTo>
                <a:lnTo>
                  <a:pt x="2931851" y="0"/>
                </a:lnTo>
                <a:lnTo>
                  <a:pt x="2931851" y="3648209"/>
                </a:lnTo>
                <a:lnTo>
                  <a:pt x="0" y="36482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57458" y="2025818"/>
            <a:ext cx="2693277" cy="3857503"/>
          </a:xfrm>
          <a:custGeom>
            <a:avLst/>
            <a:gdLst/>
            <a:ahLst/>
            <a:cxnLst/>
            <a:rect r="r" b="b" t="t" l="l"/>
            <a:pathLst>
              <a:path h="3857503" w="2693277">
                <a:moveTo>
                  <a:pt x="0" y="0"/>
                </a:moveTo>
                <a:lnTo>
                  <a:pt x="2693277" y="0"/>
                </a:lnTo>
                <a:lnTo>
                  <a:pt x="2693277" y="3857502"/>
                </a:lnTo>
                <a:lnTo>
                  <a:pt x="0" y="38575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78755" y="6818637"/>
            <a:ext cx="767692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b="true" sz="69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Contributions of Md Rakib Hasan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3655" y="6239315"/>
            <a:ext cx="7676927" cy="418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025" indent="-278513" lvl="1">
              <a:lnSpc>
                <a:spcPts val="3354"/>
              </a:lnSpc>
              <a:buFont typeface="Arial"/>
              <a:buChar char="•"/>
            </a:pPr>
            <a:r>
              <a:rPr lang="en-US" b="true" sz="258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Set </a:t>
            </a:r>
            <a:r>
              <a:rPr lang="en-US" b="true" sz="258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up the project repository and maintained Git collaboration</a:t>
            </a:r>
          </a:p>
          <a:p>
            <a:pPr algn="l" marL="557025" indent="-278513" lvl="1">
              <a:lnSpc>
                <a:spcPts val="3354"/>
              </a:lnSpc>
              <a:buFont typeface="Arial"/>
              <a:buChar char="•"/>
            </a:pPr>
            <a:r>
              <a:rPr lang="en-US" b="true" sz="258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Distributed tasks and tracked team progress daily</a:t>
            </a:r>
          </a:p>
          <a:p>
            <a:pPr algn="l" marL="557025" indent="-278513" lvl="1">
              <a:lnSpc>
                <a:spcPts val="3354"/>
              </a:lnSpc>
              <a:buFont typeface="Arial"/>
              <a:buChar char="•"/>
            </a:pPr>
            <a:r>
              <a:rPr lang="en-US" b="true" sz="258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Handled the deployment side of the project</a:t>
            </a:r>
          </a:p>
          <a:p>
            <a:pPr algn="l" marL="557025" indent="-278513" lvl="1">
              <a:lnSpc>
                <a:spcPts val="3354"/>
              </a:lnSpc>
              <a:buFont typeface="Arial"/>
              <a:buChar char="•"/>
            </a:pPr>
            <a:r>
              <a:rPr lang="en-US" b="true" sz="258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Developed the Navbar, Footer, and Dark Theme Toggle</a:t>
            </a:r>
          </a:p>
          <a:p>
            <a:pPr algn="l" marL="557025" indent="-278513" lvl="1">
              <a:lnSpc>
                <a:spcPts val="3354"/>
              </a:lnSpc>
              <a:buFont typeface="Arial"/>
              <a:buChar char="•"/>
            </a:pPr>
            <a:r>
              <a:rPr lang="en-US" b="true" sz="258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Planned the Authentication page layout</a:t>
            </a:r>
          </a:p>
          <a:p>
            <a:pPr algn="l" marL="557025" indent="-278513" lvl="1">
              <a:lnSpc>
                <a:spcPts val="3354"/>
              </a:lnSpc>
              <a:buFont typeface="Arial"/>
              <a:buChar char="•"/>
            </a:pPr>
            <a:r>
              <a:rPr lang="en-US" b="true" sz="258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Worked on the SRS document</a:t>
            </a:r>
          </a:p>
          <a:p>
            <a:pPr algn="l" marL="0" indent="0" lvl="0">
              <a:lnSpc>
                <a:spcPts val="335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2972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0">
              <a:lnSpc>
                <a:spcPts val="2130"/>
              </a:lnSpc>
              <a:spcBef>
                <a:spcPct val="0"/>
              </a:spcBef>
            </a:pPr>
            <a:r>
              <a:rPr lang="en-US" sz="15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446644" y="431824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0"/>
                </a:moveTo>
                <a:lnTo>
                  <a:pt x="5363862" y="0"/>
                </a:lnTo>
                <a:lnTo>
                  <a:pt x="5363862" y="5610296"/>
                </a:lnTo>
                <a:lnTo>
                  <a:pt x="0" y="5610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370782" y="431824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5363862" y="0"/>
                </a:moveTo>
                <a:lnTo>
                  <a:pt x="0" y="0"/>
                </a:lnTo>
                <a:lnTo>
                  <a:pt x="0" y="5610296"/>
                </a:lnTo>
                <a:lnTo>
                  <a:pt x="5363862" y="5610296"/>
                </a:lnTo>
                <a:lnTo>
                  <a:pt x="53638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4300" y="0"/>
            <a:ext cx="10740934" cy="6310298"/>
          </a:xfrm>
          <a:custGeom>
            <a:avLst/>
            <a:gdLst/>
            <a:ahLst/>
            <a:cxnLst/>
            <a:rect r="r" b="b" t="t" l="l"/>
            <a:pathLst>
              <a:path h="6310298" w="10740934">
                <a:moveTo>
                  <a:pt x="0" y="0"/>
                </a:moveTo>
                <a:lnTo>
                  <a:pt x="10740934" y="0"/>
                </a:lnTo>
                <a:lnTo>
                  <a:pt x="10740934" y="6310298"/>
                </a:lnTo>
                <a:lnTo>
                  <a:pt x="0" y="63102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50491" y="0"/>
            <a:ext cx="8856559" cy="6310298"/>
          </a:xfrm>
          <a:custGeom>
            <a:avLst/>
            <a:gdLst/>
            <a:ahLst/>
            <a:cxnLst/>
            <a:rect r="r" b="b" t="t" l="l"/>
            <a:pathLst>
              <a:path h="6310298" w="8856559">
                <a:moveTo>
                  <a:pt x="0" y="0"/>
                </a:moveTo>
                <a:lnTo>
                  <a:pt x="8856559" y="0"/>
                </a:lnTo>
                <a:lnTo>
                  <a:pt x="8856559" y="6310298"/>
                </a:lnTo>
                <a:lnTo>
                  <a:pt x="0" y="63102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8755" y="7342623"/>
            <a:ext cx="767692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b="true" sz="69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Contributions of Syed Bayzid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14019" y="6544277"/>
            <a:ext cx="7676927" cy="368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414" indent="-272707" lvl="1">
              <a:lnSpc>
                <a:spcPts val="3284"/>
              </a:lnSpc>
              <a:buFont typeface="Arial"/>
              <a:buChar char="•"/>
            </a:pPr>
            <a:r>
              <a:rPr lang="en-US" sz="2526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D</a:t>
            </a:r>
            <a:r>
              <a:rPr lang="en-US" sz="2526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esigned the Use Cases section (Perfect for Every Team)</a:t>
            </a:r>
          </a:p>
          <a:p>
            <a:pPr algn="l" marL="545414" indent="-272707" lvl="1">
              <a:lnSpc>
                <a:spcPts val="3284"/>
              </a:lnSpc>
              <a:buFont typeface="Arial"/>
              <a:buChar char="•"/>
            </a:pPr>
            <a:r>
              <a:rPr lang="en-US" sz="2526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Built the Contact section (Let’s Work Together)</a:t>
            </a:r>
          </a:p>
          <a:p>
            <a:pPr algn="l" marL="545414" indent="-272707" lvl="1">
              <a:lnSpc>
                <a:spcPts val="3284"/>
              </a:lnSpc>
              <a:buFont typeface="Arial"/>
              <a:buChar char="•"/>
            </a:pPr>
            <a:r>
              <a:rPr lang="en-US" sz="2526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Created the Community section</a:t>
            </a:r>
          </a:p>
          <a:p>
            <a:pPr algn="l" marL="545414" indent="-272707" lvl="1">
              <a:lnSpc>
                <a:spcPts val="3284"/>
              </a:lnSpc>
              <a:buFont typeface="Arial"/>
              <a:buChar char="•"/>
            </a:pPr>
            <a:r>
              <a:rPr lang="en-US" sz="2526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Impl</a:t>
            </a:r>
            <a:r>
              <a:rPr lang="en-US" sz="2526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emented Lottie animations in the Authentication page</a:t>
            </a:r>
          </a:p>
          <a:p>
            <a:pPr algn="l" marL="545414" indent="-272707" lvl="1">
              <a:lnSpc>
                <a:spcPts val="3284"/>
              </a:lnSpc>
              <a:buFont typeface="Arial"/>
              <a:buChar char="•"/>
            </a:pPr>
            <a:r>
              <a:rPr lang="en-US" sz="2526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Added animations using Framer Motion and AOS to the homepage</a:t>
            </a:r>
          </a:p>
          <a:p>
            <a:pPr algn="l" marL="0" indent="0" lvl="0">
              <a:lnSpc>
                <a:spcPts val="328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2972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0">
              <a:lnSpc>
                <a:spcPts val="2130"/>
              </a:lnSpc>
              <a:spcBef>
                <a:spcPct val="0"/>
              </a:spcBef>
            </a:pPr>
            <a:r>
              <a:rPr lang="en-US" sz="15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511919" y="-792710"/>
            <a:ext cx="5861911" cy="6131227"/>
          </a:xfrm>
          <a:custGeom>
            <a:avLst/>
            <a:gdLst/>
            <a:ahLst/>
            <a:cxnLst/>
            <a:rect r="r" b="b" t="t" l="l"/>
            <a:pathLst>
              <a:path h="6131227" w="5861911">
                <a:moveTo>
                  <a:pt x="0" y="0"/>
                </a:moveTo>
                <a:lnTo>
                  <a:pt x="5861911" y="0"/>
                </a:lnTo>
                <a:lnTo>
                  <a:pt x="5861911" y="6131227"/>
                </a:lnTo>
                <a:lnTo>
                  <a:pt x="0" y="6131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4588492" y="-792710"/>
            <a:ext cx="5861911" cy="6131227"/>
          </a:xfrm>
          <a:custGeom>
            <a:avLst/>
            <a:gdLst/>
            <a:ahLst/>
            <a:cxnLst/>
            <a:rect r="r" b="b" t="t" l="l"/>
            <a:pathLst>
              <a:path h="6131227" w="5861911">
                <a:moveTo>
                  <a:pt x="5861911" y="0"/>
                </a:moveTo>
                <a:lnTo>
                  <a:pt x="0" y="0"/>
                </a:lnTo>
                <a:lnTo>
                  <a:pt x="0" y="6131227"/>
                </a:lnTo>
                <a:lnTo>
                  <a:pt x="5861911" y="6131227"/>
                </a:lnTo>
                <a:lnTo>
                  <a:pt x="586191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803" y="27234"/>
            <a:ext cx="5948792" cy="4491338"/>
          </a:xfrm>
          <a:custGeom>
            <a:avLst/>
            <a:gdLst/>
            <a:ahLst/>
            <a:cxnLst/>
            <a:rect r="r" b="b" t="t" l="l"/>
            <a:pathLst>
              <a:path h="4491338" w="5948792">
                <a:moveTo>
                  <a:pt x="0" y="0"/>
                </a:moveTo>
                <a:lnTo>
                  <a:pt x="5948792" y="0"/>
                </a:lnTo>
                <a:lnTo>
                  <a:pt x="5948792" y="4491338"/>
                </a:lnTo>
                <a:lnTo>
                  <a:pt x="0" y="4491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24989" y="13084"/>
            <a:ext cx="6426870" cy="4505488"/>
          </a:xfrm>
          <a:custGeom>
            <a:avLst/>
            <a:gdLst/>
            <a:ahLst/>
            <a:cxnLst/>
            <a:rect r="r" b="b" t="t" l="l"/>
            <a:pathLst>
              <a:path h="4505488" w="6426870">
                <a:moveTo>
                  <a:pt x="0" y="0"/>
                </a:moveTo>
                <a:lnTo>
                  <a:pt x="6426870" y="0"/>
                </a:lnTo>
                <a:lnTo>
                  <a:pt x="6426870" y="4505488"/>
                </a:lnTo>
                <a:lnTo>
                  <a:pt x="0" y="45054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21" r="0" b="-166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51859" y="-16541"/>
            <a:ext cx="5996844" cy="4535113"/>
          </a:xfrm>
          <a:custGeom>
            <a:avLst/>
            <a:gdLst/>
            <a:ahLst/>
            <a:cxnLst/>
            <a:rect r="r" b="b" t="t" l="l"/>
            <a:pathLst>
              <a:path h="4535113" w="5996844">
                <a:moveTo>
                  <a:pt x="0" y="0"/>
                </a:moveTo>
                <a:lnTo>
                  <a:pt x="5996844" y="0"/>
                </a:lnTo>
                <a:lnTo>
                  <a:pt x="5996844" y="4535113"/>
                </a:lnTo>
                <a:lnTo>
                  <a:pt x="0" y="45351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943600"/>
            <a:ext cx="767692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b="true" sz="69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Contributions of Ashfaq Sarker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3655" y="6184832"/>
            <a:ext cx="7676927" cy="994887"/>
            <a:chOff x="0" y="0"/>
            <a:chExt cx="10235902" cy="132651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10235902" cy="499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94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44690"/>
              <a:ext cx="10235902" cy="3818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259300" y="922972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0">
              <a:lnSpc>
                <a:spcPts val="2130"/>
              </a:lnSpc>
              <a:spcBef>
                <a:spcPct val="0"/>
              </a:spcBef>
            </a:pPr>
            <a:r>
              <a:rPr lang="en-US" sz="15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45664" y="5143500"/>
            <a:ext cx="8888016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Designed the About Page with theme toggle, animations, and responsive design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Built the Pricing Page with multi-plan table and highlighted “Popular” plan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Created the Partners Page with carousel and animated stats cards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Developed the Help &amp; Support Page with interactive form and file upload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Enhanced the Footer with dynamic links for Product, Company, Resources, and Legal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446644" y="-72985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0" y="0"/>
                </a:moveTo>
                <a:lnTo>
                  <a:pt x="5363862" y="0"/>
                </a:lnTo>
                <a:lnTo>
                  <a:pt x="5363862" y="5610296"/>
                </a:lnTo>
                <a:lnTo>
                  <a:pt x="0" y="5610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370782" y="-729856"/>
            <a:ext cx="5363862" cy="5610296"/>
          </a:xfrm>
          <a:custGeom>
            <a:avLst/>
            <a:gdLst/>
            <a:ahLst/>
            <a:cxnLst/>
            <a:rect r="r" b="b" t="t" l="l"/>
            <a:pathLst>
              <a:path h="5610296" w="5363862">
                <a:moveTo>
                  <a:pt x="5363862" y="0"/>
                </a:moveTo>
                <a:lnTo>
                  <a:pt x="0" y="0"/>
                </a:lnTo>
                <a:lnTo>
                  <a:pt x="0" y="5610296"/>
                </a:lnTo>
                <a:lnTo>
                  <a:pt x="5363862" y="5610296"/>
                </a:lnTo>
                <a:lnTo>
                  <a:pt x="53638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101175"/>
            <a:ext cx="7185934" cy="5497239"/>
          </a:xfrm>
          <a:custGeom>
            <a:avLst/>
            <a:gdLst/>
            <a:ahLst/>
            <a:cxnLst/>
            <a:rect r="r" b="b" t="t" l="l"/>
            <a:pathLst>
              <a:path h="5497239" w="7185934">
                <a:moveTo>
                  <a:pt x="0" y="0"/>
                </a:moveTo>
                <a:lnTo>
                  <a:pt x="7185934" y="0"/>
                </a:lnTo>
                <a:lnTo>
                  <a:pt x="7185934" y="5497239"/>
                </a:lnTo>
                <a:lnTo>
                  <a:pt x="0" y="5497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17786" y="0"/>
            <a:ext cx="11370214" cy="5396064"/>
          </a:xfrm>
          <a:custGeom>
            <a:avLst/>
            <a:gdLst/>
            <a:ahLst/>
            <a:cxnLst/>
            <a:rect r="r" b="b" t="t" l="l"/>
            <a:pathLst>
              <a:path h="5396064" w="11370214">
                <a:moveTo>
                  <a:pt x="0" y="0"/>
                </a:moveTo>
                <a:lnTo>
                  <a:pt x="11370214" y="0"/>
                </a:lnTo>
                <a:lnTo>
                  <a:pt x="11370214" y="5396064"/>
                </a:lnTo>
                <a:lnTo>
                  <a:pt x="0" y="53960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7" r="-1875" b="-1057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7073" y="6889881"/>
            <a:ext cx="767692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b="true" sz="6999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Md Al Amin's Contributions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82373" y="6851781"/>
            <a:ext cx="7676927" cy="293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2708" indent="-276354" lvl="1">
              <a:lnSpc>
                <a:spcPts val="3328"/>
              </a:lnSpc>
              <a:buFont typeface="Arial"/>
              <a:buChar char="•"/>
            </a:pPr>
            <a:r>
              <a:rPr lang="en-US" b="true" sz="256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Added Tes</a:t>
            </a:r>
            <a:r>
              <a:rPr lang="en-US" b="true" sz="256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timonials section</a:t>
            </a:r>
          </a:p>
          <a:p>
            <a:pPr algn="l" marL="552708" indent="-276354" lvl="1">
              <a:lnSpc>
                <a:spcPts val="3328"/>
              </a:lnSpc>
              <a:buFont typeface="Arial"/>
              <a:buChar char="•"/>
            </a:pPr>
            <a:r>
              <a:rPr lang="en-US" b="true" sz="256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Added hero section</a:t>
            </a:r>
          </a:p>
          <a:p>
            <a:pPr algn="l" marL="552708" indent="-276354" lvl="1">
              <a:lnSpc>
                <a:spcPts val="3328"/>
              </a:lnSpc>
              <a:buFont typeface="Arial"/>
              <a:buChar char="•"/>
            </a:pPr>
            <a:r>
              <a:rPr lang="en-US" b="true" sz="256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Imp</a:t>
            </a:r>
            <a:r>
              <a:rPr lang="en-US" b="true" sz="256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lemented Count animations</a:t>
            </a:r>
          </a:p>
          <a:p>
            <a:pPr algn="l" marL="552708" indent="-276354" lvl="1">
              <a:lnSpc>
                <a:spcPts val="3328"/>
              </a:lnSpc>
              <a:buFont typeface="Arial"/>
              <a:buChar char="•"/>
            </a:pPr>
            <a:r>
              <a:rPr lang="en-US" b="true" sz="256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Added Slider animations</a:t>
            </a:r>
          </a:p>
          <a:p>
            <a:pPr algn="l" marL="552708" indent="-276354" lvl="1">
              <a:lnSpc>
                <a:spcPts val="3328"/>
              </a:lnSpc>
              <a:buFont typeface="Arial"/>
              <a:buChar char="•"/>
            </a:pPr>
            <a:r>
              <a:rPr lang="en-US" b="true" sz="256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A</a:t>
            </a:r>
            <a:r>
              <a:rPr lang="en-US" b="true" sz="2560">
                <a:solidFill>
                  <a:srgbClr val="000000"/>
                </a:solidFill>
                <a:latin typeface="Play Bold"/>
                <a:ea typeface="Play Bold"/>
                <a:cs typeface="Play Bold"/>
                <a:sym typeface="Play Bold"/>
              </a:rPr>
              <a:t>dded Lottie animations in the Authentication page</a:t>
            </a:r>
          </a:p>
          <a:p>
            <a:pPr algn="l" marL="0" indent="0" lvl="0">
              <a:lnSpc>
                <a:spcPts val="332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2972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marL="0" indent="0" lvl="0">
              <a:lnSpc>
                <a:spcPts val="2169"/>
              </a:lnSpc>
              <a:spcBef>
                <a:spcPct val="0"/>
              </a:spcBef>
            </a:pPr>
            <a:r>
              <a:rPr lang="en-US" sz="1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Milestone 1 Update Presentation</dc:description>
  <dc:identifier>DAGzajrRS-0</dc:identifier>
  <dcterms:modified xsi:type="dcterms:W3CDTF">2011-08-01T06:04:30Z</dcterms:modified>
  <cp:revision>1</cp:revision>
  <dc:title>Presentation - Milestone 1 Update Presentation</dc:title>
</cp:coreProperties>
</file>